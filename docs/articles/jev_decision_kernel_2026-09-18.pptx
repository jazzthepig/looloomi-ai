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A2540"/>
                </a:solidFill>
                <a:latin typeface="Calibri"/>
              </a:rPr>
              <a:t>Jev and the Decision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6B6D4"/>
                </a:solidFill>
                <a:latin typeface="Calibri"/>
              </a:rPr>
              <a:t>When AI Stops Talking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206240"/>
            <a:ext cx="4572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540"/>
                </a:solidFill>
                <a:latin typeface="Calibri"/>
              </a:rPr>
              <a:t>A CometCloud Research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Seth (Sabastian Bath) · Looloomi · CometCloud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2026-09-18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What Jev is — and isn't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The API: three primitives (Choice, Score, Noul)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Architecture: non-autoregressive single forward pass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Training: RLCD — what we know and don't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Performance: latency, cost, accuracy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Five substantive critiques + practitioner voices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Where Jev fits — A / B / C roles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What Jev doesn't replace (Observe / Judge / Reason / Act)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The Doom demo — what it does and doesn't show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2540"/>
                </a:solidFill>
                <a:latin typeface="Calibri"/>
              </a:rPr>
              <a:t>▸  Outlook: what to watch in the next 90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What Jev Is — and Isn't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Calibri"/>
              </a:rPr>
              <a:t>System One Model — Kahneman's "fast, parallel, calibrated" cognitive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2540"/>
                </a:solidFill>
                <a:latin typeface="Calibri"/>
              </a:rPr>
              <a:t>▸  Released 2026-09-15 by TypeSafe AI — $40M from stealth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2540"/>
                </a:solidFill>
                <a:latin typeface="Calibri"/>
              </a:rPr>
              <a:t>▸  Diogo Almeida (co-author of InstructGPT/RLHF) — 2 years in stealth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2540"/>
                </a:solidFill>
                <a:latin typeface="Calibri"/>
              </a:rPr>
              <a:t>▸  Cannot write articles, generate code, or explain itself — by design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2540"/>
                </a:solidFill>
                <a:latin typeface="Calibri"/>
              </a:rPr>
              <a:t>▸  Returns typed decisions + probabilities. Code owns execution and policy.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2540"/>
                </a:solidFill>
                <a:latin typeface="Calibri"/>
              </a:rPr>
              <a:t>▸  Architectural thesis: language generation may be the wrong interface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2540"/>
                </a:solidFill>
                <a:latin typeface="Calibri"/>
              </a:rPr>
              <a:t>▸  between models and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Launch reached 4.21M views / 19.9K likes on announcement post.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The API Surface: Three Primitives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Choice — pick from declared options + probs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Score  — ordered levels + continuous score + dist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Noul   — binary proposition + probability true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▸  All three bundle in ONE call, evaluated in parallel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▸  Latency 70–500ms regardless of how many primitives</a:t>
            </a:r>
          </a:p>
        </p:txBody>
      </p:sp>
      <p:pic>
        <p:nvPicPr>
          <p:cNvPr id="7" name="Picture 6" descr="maio_primitives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76" y="128016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Architecture: Non-Autoregressive Single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/ 14</a:t>
            </a:r>
          </a:p>
        </p:txBody>
      </p:sp>
      <p:pic>
        <p:nvPicPr>
          <p:cNvPr id="6" name="Picture 5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085" y="1280160"/>
            <a:ext cx="813278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Training: RLCD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Calibri"/>
              </a:rPr>
              <a:t>Reinforcement Learning for Calibrated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06B6D4"/>
                </a:solidFill>
                <a:latin typeface="Calibri"/>
              </a:rPr>
              <a:t>▸  Trained end-to-end for calibration, not for text likelihood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▸  Reward shape (per HN porridgeraisin 49738448): heavily negative-reward a {yes: 0.9, no: 0.1} when truth is no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▸  Distinguished from RLVR — RLVR upweights any token in a correct trace; RLCD shapes the distribution itself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5544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What TypeSafe has NOT published: reward function, training data, model size, architecture parameters, or independent reproduction.
→ A model whose primary metric is calibration has not had its calibration methodology independently audited. Load-bearing caveat for any production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Performance: Latency × Cost ×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/ 14</a:t>
            </a:r>
          </a:p>
        </p:txBody>
      </p:sp>
      <p:pic>
        <p:nvPicPr>
          <p:cNvPr id="6" name="Picture 5" descr="diag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1280160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Performance: Accuracy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/ 14</a:t>
            </a:r>
          </a:p>
        </p:txBody>
      </p:sp>
      <p:pic>
        <p:nvPicPr>
          <p:cNvPr id="6" name="Picture 5" descr="maio_eval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Five Substantive Critiques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F4444"/>
                </a:solidFill>
                <a:latin typeface="Calibri"/>
              </a:rPr>
              <a:t>▸  1.  Accuracy gap is real — 6pp behind frontier avg; 17pp on invoice processing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F4444"/>
                </a:solidFill>
                <a:latin typeface="Calibri"/>
              </a:rPr>
              <a:t>▸  2.  Calibration is population-level, not per-decision — 8note (HN 49720537)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F4444"/>
                </a:solidFill>
                <a:latin typeface="Calibri"/>
              </a:rPr>
              <a:t>▸  3.  Composition hazard — 0.85¹² = 0.14; no published composition guarantees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F4444"/>
                </a:solidFill>
                <a:latin typeface="Calibri"/>
              </a:rPr>
              <a:t>▸  4.  Opacity — probability-only; thduabmd (HN 49720703): "approve for unauthorized action still meets schema guarantee"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F4444"/>
                </a:solidFill>
                <a:latin typeface="Calibri"/>
              </a:rPr>
              <a:t>▸  5.  Threshold coupling — model updates silently shift your escalation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11247120" cy="128016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540"/>
                </a:solidFill>
                <a:latin typeface="Calibri"/>
              </a:rPr>
              <a:t>These critiques do not invalidate Jev — they bound its use. The HN thread converged on a single open question: per-decision calibration. elil17 (49724192): "If the value is 0.9 for 1000 different answers, then approximately 900 of those answers should be correct."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Where Jev Fits: A Decision-System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14</a:t>
            </a:r>
          </a:p>
        </p:txBody>
      </p:sp>
      <p:pic>
        <p:nvPicPr>
          <p:cNvPr id="6" name="Picture 5" descr="diag_decis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876" y="1188720"/>
            <a:ext cx="7823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What Jev Doesn't Replace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Auditable judgment — institutions require a reason that survives review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Composable strategy books — calibration does NOT propagate across composition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Decisions with asymmetric downside — 32.2% wrong-rate unacceptable when stakes are large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Open methodology — RLCD is unpublished; black box with a calibration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11247120" cy="20116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OBSERVE / JUDGE / REASON /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540"/>
                </a:solidFill>
                <a:latin typeface="Calibri"/>
              </a:rPr>
              <a:t>Code calculates. Jev judges. LLMs reason/create. Humans determine objectives &amp; risk.
Jev = judgment layer between raw application state and deterministic action.
Mistake to avoid: ask any one layer to do another's job.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The Doom Demo — What It Does and Doesn't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WHAT IT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540"/>
                </a:solidFill>
                <a:latin typeface="Calibri"/>
              </a:rPr>
              <a:t>Latency proof point:
• Jev:    0.114 s/frame
• GPT-5.6 Terra: 8.566 s/frame
• 75× faster; ~$7/hour vs ~$525/hour
• Real-time control-loop capable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WHAT IT DOESN'T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540"/>
                </a:solidFill>
                <a:latin typeface="Calibri"/>
              </a:rPr>
              <a:t>• No perception — text-state dump, not pixels
  (bigglebear HN 49720680)
• Hard-coded action space — pre-defined menu
• Depends on game engine doing perception work
• Not a general embodied-agent proof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5029200"/>
          </a:xfrm>
          <a:prstGeom prst="roundRect">
            <a:avLst>
              <a:gd name="adj" fmla="val 6000"/>
            </a:avLst>
          </a:prstGeom>
          <a:solidFill>
            <a:srgbClr val="0F172E"/>
          </a:solidFill>
          <a:ln w="19050">
            <a:solidFill>
              <a:srgbClr val="0F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HONEST FRAMING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The Doom demo is a latency proof point, not a general
embodied-agent proof point.
For institutional use:
  • Jev is fast enough to live inside real-time control
    loops, GIVEN that some other system does perception.
  • This bounds Role B: Jev judges state that System 2
    already produced. Jev does not produce 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Outlook: What to Watch in 90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Independent benchmarks on neutral tasks — is 67.8% vs 73–74% real or workflow-bias?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Per-decision calibration data — does 0.83 confidence predict 83% correctness? (elil17)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Pricing stability — $0.042/M is early-access; sustainable serving cost unknown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Composition research — anyone publishing how to compose N calibrated calls?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Open-source replication — single-pass inference may be replicable on small open models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06B6D4"/>
                </a:solidFill>
                <a:latin typeface="Calibri"/>
              </a:rPr>
              <a:t>▸  Adoption pattern — first 100 production deployments: support/routing or core paths?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540"/>
                </a:solidFill>
                <a:latin typeface="Calibri"/>
              </a:rPr>
              <a:t>Closing ·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228600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CometCloud Research Note · Jev and the Decision Kernel ·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540"/>
                </a:solidFill>
                <a:latin typeface="Calibri"/>
              </a:rPr>
              <a:t>The Kahneman framing is finally operational.
System 1 is real. It is fast. It is cheap.
It is also less accurate, and we should know when to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Maio — "Jev: The Language Model That Won't Talk" — Substack 2026-09-17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The Register — "TypeSafe AI debuts model for machines that plays Doom" — 2026-09-16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Goedecke — "Jev means structured output is interesting again" — sean.goedecke.com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kingy.ai — "TypeSafe Jev Review: Key Takeaways" — 711 cases independently tabulated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HN thread (49717558) — 456 comments, item 49720537 / 49721843 / 49738448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Every.to — "Mini-Vibe Check: TypeSafe's Jev Judged Everything ..." — 2026-09-16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Burnhill — Jev reference notes (GitHub Gist)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TypeSafe AI — typesafe.ai/blog + docs.typesafe.ai + evals.typesafe.ai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6B7280"/>
                </a:solidFill>
                <a:latin typeface="Calibri"/>
              </a:rPr>
              <a:t>▸  Almeida (Diogo) — LinkedIn launch post 2026-09-15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